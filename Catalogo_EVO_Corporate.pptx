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11111"/>
                </a:solidFill>
                <a:latin typeface="Helvetica"/>
              </a:defRPr>
            </a:pPr>
            <a:r>
              <a:t>EVO CORPORATE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Elegância em Movimento.</a:t>
            </a:r>
          </a:p>
          <a:p>
            <a:r>
              <a:t>Exclusividade para a sua marca.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111"/>
                </a:solidFill>
                <a:latin typeface="Helvetica"/>
              </a:defRPr>
            </a:pPr>
            <a:r>
              <a:t>ELEVANDO O PADRÃO DO SEU BRINDE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A EVO nasceu para unir design sofisticado, funcionalidade extrema e alta durabilidade. Especialistas em mochilas, malas e acessórios em couro 100% legítimo, criamos peças que acompanham rotinas exigentes com elegância.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Couro nobre de exportação (floater)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Design autoral e atemporal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Certificação LWG – garantia de origem sustentável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111"/>
                </a:solidFill>
                <a:latin typeface="Helvetica"/>
              </a:defRPr>
            </a:pPr>
            <a:r>
              <a:t>SUA MARCA COM ASSINATURA DE EXCELÊNCIA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O modelo Co-branding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Oferecemos a possibilidade de personalizar nossos produtos com a sua logomarca, criando uma experiência única de pertencimento e luxo.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Gravação em baixo relevo ou clichê térmico diretamente no couro.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Aplicação sofisticada e minimalista.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Exemplo: Sua Marca by EVO.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111"/>
                </a:solidFill>
                <a:latin typeface="Helvetica"/>
              </a:defRPr>
            </a:pPr>
            <a:r>
              <a:t>COLEÇÃO EXECUTIVA: MOCHILA VICENZA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A escolha perfeita para o executivo dinâmico. Une praticidade e estilo para o dia a dia.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Diferenciais: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Compartimento acolchoado para notebook de até 15,6”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Bolso traseiro antifurto com zíper oculto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Elástico traseiro para encaixe em malas de rodinhas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Capacidade: 12 Litros | Dimensões: 41 x 29 x 10 cm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Cores Disponíveis: Preto, Café, Pinhão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111"/>
                </a:solidFill>
                <a:latin typeface="Helvetica"/>
              </a:defRPr>
            </a:pPr>
            <a:r>
              <a:t>COLEÇÃO EXECUTIVA: MOCHILA SELVAGGIO CLASSIC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Um clássico atemporal. O equilíbrio perfeito entre a robustez do couro legítimo e o requinte necessário para ambientes corporativos.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Diferenciais: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Estrutura reforçada 100% em couro legítimo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Acabamento interno premium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Alça de mão anatômica em couro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Cores Disponíveis: Preto, Café, Pinhão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111"/>
                </a:solidFill>
                <a:latin typeface="Helvetica"/>
              </a:defRPr>
            </a:pPr>
            <a:r>
              <a:t>COLEÇÃO VIAGEM: DUFFLE BAG EVO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A companheira ideal para viagens curtas. Um presente corporativo de altíssimo impacto visual.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Diferenciais: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Couro premium floater resistente e encorpado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Amplo espaço interno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Alça transversal removível e ajustável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Cores Disponíveis: Preto, Café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111"/>
                </a:solidFill>
                <a:latin typeface="Helvetica"/>
              </a:defRPr>
            </a:pPr>
            <a:r>
              <a:t>ACESSÓRIOS &amp; KITS CORPORATIVOS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Pequenos detalhes que transformam o ambiente de trabalho.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Necessarie EVO: Sofisticação para viagens.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Organizador de Mesa Dock: Elegância para o escritório.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Organizador Tech Dock: Para cabos e carregadores.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Deskpad DOCK: Conforto e proteção para a mesa.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Porta Cartão Clip EVO: Minimalismo para carregar o essencial.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Sugestão de Kit: Deskpad + Organizador de Mesa + Porta Cartão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111"/>
                </a:solidFill>
                <a:latin typeface="Helvetica"/>
              </a:defRPr>
            </a:pPr>
            <a:r>
              <a:t>VAMOS CONSTRUIR ESSA EXPERIÊNCIA JUNTOS?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Nosso time está pronto para realizar um orçamento sob medida para o seu projeto B2B.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Contatos Corporativos EVO: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WhatsApp: +55 19 98122-6232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E-mail: contato@useevo.store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• Site: www.useevo.store</a:t>
            </a: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</a:p>
          <a:p>
            <a:pPr>
              <a:defRPr sz="1600">
                <a:solidFill>
                  <a:srgbClr val="505050"/>
                </a:solidFill>
                <a:latin typeface="Helvetica"/>
              </a:defRPr>
            </a:pPr>
            <a:r>
              <a:t>EVO - ELEGÂNCIA EM MOVIMENTO LTDA.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